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F037-1B2F-4A5D-9F7B-4CE3BB877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2A63B-C001-4445-B66C-E7E2890CD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C3AB8-3FE2-4E51-928A-E882E30C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8A9ED-6AEB-45DE-B4C0-D5FC22AF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417DD-6E1D-4AA0-88F5-ACEF2072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5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B21D-1904-4CAD-9EA0-B1004B17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C5116-F852-466F-B0FB-E52880DAD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CD8D0-80F8-4791-8B63-D3A838498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8B778-42F1-41F9-B519-D086B8C3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7F127-0D00-4D45-9C7F-5E86EE9C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7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DF7C-AC55-4D3F-B2A9-E3DB1E8D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34441-BE55-42F9-BE96-6AE1B0C6C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56680-EEEB-4B03-932D-BDF66B83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39441-7DD0-4495-A17F-6493CB669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CBB2-0C41-4484-8D2D-7688BB80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2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EB9D-38C9-4500-AB34-8508E50E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C1196-A589-4D33-B973-036B2F457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C7033-457B-491B-9B3D-907E06BFA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CCD72-3997-4C6D-A8DA-87014AD2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2CA71-C059-494B-B8E8-45633A427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833F5-1DDD-4F28-A2ED-A8A7FB8C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7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7D0F-8056-4FE2-8EB1-02BCD659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189FD-CF58-4EDC-85E0-A79B7167B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2E58D-9530-4259-8581-A7698071D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27D39-291F-495B-B0DC-AD973E4D7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C5D35-C12C-4480-8BFC-2466DCC62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8E14F3-8057-4382-A0ED-E79587CC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3A6B38-8A8E-4DDE-9493-D0B241C2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329296-ACB7-4B94-8A98-BBD588C5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7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FC9B-433A-468C-931E-50C46AD2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8A6E8-FF16-4867-99A7-B17F928EB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3E6FB-6F02-462B-A09D-6D009C1B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25960-E77F-40A7-9A03-D880D503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7E44A-5CD1-47BE-A8CC-F6C2021A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BB6C0-30BE-4A97-8956-2B193CF0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A8410-BAEF-4DB8-9903-8A98181E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7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0987-DC6E-4AE5-8C4D-843867C0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19446-E19D-4F0F-8E7F-DFDAD795D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BF28D-06DD-4C9A-9EC7-BE344B2C3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91127-BA97-4BF5-A71C-FE9C5DC4A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95B1D-00EB-48F7-83F6-84AC1949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2ED02-EF40-4CDF-9FC6-6B59439F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9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CA30-2147-49B2-AECD-E83996A4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9C1EAE-0C19-4101-8546-2750FE4DC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5727F-FDC1-4E18-8B2B-60DE2ADAF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CD921-21FE-4248-A33F-FDE33000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DCD0B-455F-4446-B30C-B818916D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B6908-AA04-4B42-AA1C-21D87022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DAAB8-9C45-4D32-9E12-A92422C2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2558D-CF54-4280-9CFA-39B5FFBF9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FBDC6-45FE-4651-86E6-DC9DD205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8DBB8-347D-43F2-8A18-2AFFB9CA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9C053-96F2-4D62-AB6F-7FC48F68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8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EF7F1-06DC-4DD3-BB13-34DD83C10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F8B01-B896-4A75-95F4-5095AF5A5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4FEF0-D4A9-4AA2-993C-DC31AD52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23836-567E-4516-9695-26DB836C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16CB9-2FC0-462B-A100-DBDDC971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0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1FFDC-F8EC-4A45-91AE-BED44E51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8D523-34EF-4DD3-BDEF-EF65814FE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7AD-7F26-4D52-AD28-0334A848C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7998-7CE5-483D-93D3-D38F5436CCC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28A73-695C-41EB-AD6F-4B75E4654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92C67-FB5F-44E3-80F2-A10F059D3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7D9ED-05B9-4BF2-80D6-AEAE0E0F8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4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354D-8FC7-4E93-B9C0-58D23883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904" y="126586"/>
            <a:ext cx="10515600" cy="814318"/>
          </a:xfrm>
        </p:spPr>
        <p:txBody>
          <a:bodyPr/>
          <a:lstStyle/>
          <a:p>
            <a:r>
              <a:rPr lang="en-US" sz="4400" b="1" dirty="0">
                <a:solidFill>
                  <a:srgbClr val="000000"/>
                </a:solidFill>
                <a:effectLst/>
                <a:latin typeface="Helvetica-Bold"/>
              </a:rPr>
              <a:t>Certificate Verification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FA325-3AE3-4B12-9C2E-500B8F89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904"/>
            <a:ext cx="10515600" cy="52360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Helvetica" panose="020B0604020202020204" pitchFamily="34" charset="0"/>
                <a:ea typeface="+mj-ea"/>
                <a:cs typeface="+mj-cs"/>
              </a:rPr>
              <a:t>Problem: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Academic certificate forgery and slow employer verification.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Helvetica" panose="020B0604020202020204" pitchFamily="34" charset="0"/>
                <a:ea typeface="+mj-ea"/>
                <a:cs typeface="+mj-cs"/>
              </a:rPr>
              <a:t>Solution</a:t>
            </a:r>
            <a:r>
              <a:rPr lang="en-US" sz="105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: </a:t>
            </a:r>
            <a:endParaRPr lang="en-US" sz="1800" dirty="0"/>
          </a:p>
          <a:p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Blockchain-backed certificate registry. Universities issue tamper-proof certificates. Proof stored as IPFS </a:t>
            </a:r>
            <a:endParaRPr lang="en-US" sz="2000" dirty="0"/>
          </a:p>
          <a:p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CID hash on-chain. Employers verify instantly using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certId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. </a:t>
            </a:r>
            <a:endParaRPr lang="en-US" sz="20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Helvetica" panose="020B0604020202020204" pitchFamily="34" charset="0"/>
                <a:ea typeface="+mj-ea"/>
                <a:cs typeface="+mj-cs"/>
              </a:rPr>
              <a:t>Architecture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: </a:t>
            </a:r>
            <a:endParaRPr lang="en-US" sz="2000" dirty="0"/>
          </a:p>
          <a:p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On-chain registry (Solidity) + off-chain IPFS storage + simple React UI. Issuance restricted to </a:t>
            </a:r>
            <a:endParaRPr lang="en-US" sz="2000" dirty="0"/>
          </a:p>
          <a:p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ISSUER_ROLE. Revocation supported. Events emitted for off-chain indexing. </a:t>
            </a:r>
            <a:endParaRPr lang="en-US" sz="20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Helvetica" panose="020B0604020202020204" pitchFamily="34" charset="0"/>
                <a:ea typeface="+mj-ea"/>
                <a:cs typeface="+mj-cs"/>
              </a:rPr>
              <a:t>Impact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: </a:t>
            </a:r>
            <a:endParaRPr lang="en-US" sz="2000" dirty="0"/>
          </a:p>
          <a:p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Faster verifications, reduced fraud, transparent audit trail, low-cost verification for employers. </a:t>
            </a:r>
            <a:endParaRPr lang="en-US" sz="20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Helvetica" panose="020B0604020202020204" pitchFamily="34" charset="0"/>
                <a:ea typeface="+mj-ea"/>
                <a:cs typeface="+mj-cs"/>
              </a:rPr>
              <a:t>Demo steps: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1. Issue certificate (upload PDF </a:t>
            </a:r>
            <a:r>
              <a:rPr lang="en-US" sz="1400" dirty="0">
                <a:solidFill>
                  <a:srgbClr val="00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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pin to IPFS </a:t>
            </a:r>
            <a:r>
              <a:rPr lang="en-US" sz="1400" dirty="0">
                <a:solidFill>
                  <a:srgbClr val="00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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issueCertificate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certHash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owner,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metadataURI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)) 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2. Verify using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certId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getCertificate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certId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 shows issuer, owner,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issuedAt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revoked) 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3. Revoke certificate and </a:t>
            </a:r>
            <a:r>
              <a:rPr lang="en-US" sz="140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re-check status.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3271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Helvetica-Bold</vt:lpstr>
      <vt:lpstr>Symbol</vt:lpstr>
      <vt:lpstr>Office Theme</vt:lpstr>
      <vt:lpstr>Certificate Verification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Jacinta Mwelu</dc:creator>
  <cp:lastModifiedBy>Jacinta Mwelu</cp:lastModifiedBy>
  <cp:revision>4</cp:revision>
  <dcterms:created xsi:type="dcterms:W3CDTF">2025-12-15T13:06:52Z</dcterms:created>
  <dcterms:modified xsi:type="dcterms:W3CDTF">2025-12-15T13:08:15Z</dcterms:modified>
</cp:coreProperties>
</file>